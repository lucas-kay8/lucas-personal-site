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sldIdLst>
    <p:sldId id="281" r:id="rId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tags" Target="../tags/tag138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tags" Target="../tags/tag137.xml"/><Relationship Id="rId5" Type="http://schemas.openxmlformats.org/officeDocument/2006/relationships/tags" Target="../tags/tag131.xml"/><Relationship Id="rId10" Type="http://schemas.openxmlformats.org/officeDocument/2006/relationships/tags" Target="../tags/tag136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13" Type="http://schemas.openxmlformats.org/officeDocument/2006/relationships/tags" Target="../tags/tag181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12" Type="http://schemas.openxmlformats.org/officeDocument/2006/relationships/tags" Target="../tags/tag180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5" Type="http://schemas.openxmlformats.org/officeDocument/2006/relationships/tags" Target="../tags/tag17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78.xml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tags" Target="../tags/tag18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0" Type="http://schemas.openxmlformats.org/officeDocument/2006/relationships/tags" Target="../tags/tag192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9.xml"/><Relationship Id="rId9" Type="http://schemas.openxmlformats.org/officeDocument/2006/relationships/tags" Target="../tags/tag20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3" Type="http://schemas.openxmlformats.org/officeDocument/2006/relationships/tags" Target="../tags/tag207.xml"/><Relationship Id="rId7" Type="http://schemas.openxmlformats.org/officeDocument/2006/relationships/tags" Target="../tags/tag211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09.xml"/><Relationship Id="rId10" Type="http://schemas.openxmlformats.org/officeDocument/2006/relationships/tags" Target="../tags/tag214.xml"/><Relationship Id="rId4" Type="http://schemas.openxmlformats.org/officeDocument/2006/relationships/tags" Target="../tags/tag208.xml"/><Relationship Id="rId9" Type="http://schemas.openxmlformats.org/officeDocument/2006/relationships/tags" Target="../tags/tag21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10" Type="http://schemas.openxmlformats.org/officeDocument/2006/relationships/tags" Target="../tags/tag224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38.xml"/><Relationship Id="rId13" Type="http://schemas.openxmlformats.org/officeDocument/2006/relationships/tags" Target="../tags/tag243.xml"/><Relationship Id="rId18" Type="http://schemas.openxmlformats.org/officeDocument/2006/relationships/tags" Target="../tags/tag248.xml"/><Relationship Id="rId3" Type="http://schemas.openxmlformats.org/officeDocument/2006/relationships/tags" Target="../tags/tag233.xml"/><Relationship Id="rId21" Type="http://schemas.openxmlformats.org/officeDocument/2006/relationships/tags" Target="../tags/tag251.xml"/><Relationship Id="rId7" Type="http://schemas.openxmlformats.org/officeDocument/2006/relationships/tags" Target="../tags/tag237.xml"/><Relationship Id="rId12" Type="http://schemas.openxmlformats.org/officeDocument/2006/relationships/tags" Target="../tags/tag242.xml"/><Relationship Id="rId17" Type="http://schemas.openxmlformats.org/officeDocument/2006/relationships/tags" Target="../tags/tag247.xml"/><Relationship Id="rId2" Type="http://schemas.openxmlformats.org/officeDocument/2006/relationships/tags" Target="../tags/tag232.xml"/><Relationship Id="rId16" Type="http://schemas.openxmlformats.org/officeDocument/2006/relationships/tags" Target="../tags/tag246.xml"/><Relationship Id="rId20" Type="http://schemas.openxmlformats.org/officeDocument/2006/relationships/tags" Target="../tags/tag250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1" Type="http://schemas.openxmlformats.org/officeDocument/2006/relationships/tags" Target="../tags/tag241.xml"/><Relationship Id="rId24" Type="http://schemas.openxmlformats.org/officeDocument/2006/relationships/slideMaster" Target="../slideMasters/slideMaster2.xml"/><Relationship Id="rId5" Type="http://schemas.openxmlformats.org/officeDocument/2006/relationships/tags" Target="../tags/tag235.xml"/><Relationship Id="rId15" Type="http://schemas.openxmlformats.org/officeDocument/2006/relationships/tags" Target="../tags/tag245.xml"/><Relationship Id="rId23" Type="http://schemas.openxmlformats.org/officeDocument/2006/relationships/tags" Target="../tags/tag253.xml"/><Relationship Id="rId10" Type="http://schemas.openxmlformats.org/officeDocument/2006/relationships/tags" Target="../tags/tag240.xml"/><Relationship Id="rId19" Type="http://schemas.openxmlformats.org/officeDocument/2006/relationships/tags" Target="../tags/tag249.xml"/><Relationship Id="rId4" Type="http://schemas.openxmlformats.org/officeDocument/2006/relationships/tags" Target="../tags/tag234.xml"/><Relationship Id="rId9" Type="http://schemas.openxmlformats.org/officeDocument/2006/relationships/tags" Target="../tags/tag239.xml"/><Relationship Id="rId14" Type="http://schemas.openxmlformats.org/officeDocument/2006/relationships/tags" Target="../tags/tag244.xml"/><Relationship Id="rId22" Type="http://schemas.openxmlformats.org/officeDocument/2006/relationships/tags" Target="../tags/tag25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61.xml"/><Relationship Id="rId3" Type="http://schemas.openxmlformats.org/officeDocument/2006/relationships/tags" Target="../tags/tag256.xml"/><Relationship Id="rId7" Type="http://schemas.openxmlformats.org/officeDocument/2006/relationships/tags" Target="../tags/tag260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58.xml"/><Relationship Id="rId10" Type="http://schemas.openxmlformats.org/officeDocument/2006/relationships/tags" Target="../tags/tag263.xml"/><Relationship Id="rId4" Type="http://schemas.openxmlformats.org/officeDocument/2006/relationships/tags" Target="../tags/tag257.xml"/><Relationship Id="rId9" Type="http://schemas.openxmlformats.org/officeDocument/2006/relationships/tags" Target="../tags/tag26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71.xml"/><Relationship Id="rId13" Type="http://schemas.openxmlformats.org/officeDocument/2006/relationships/tags" Target="../tags/tag276.xml"/><Relationship Id="rId3" Type="http://schemas.openxmlformats.org/officeDocument/2006/relationships/tags" Target="../tags/tag266.xml"/><Relationship Id="rId7" Type="http://schemas.openxmlformats.org/officeDocument/2006/relationships/tags" Target="../tags/tag270.xml"/><Relationship Id="rId12" Type="http://schemas.openxmlformats.org/officeDocument/2006/relationships/tags" Target="../tags/tag275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265.xml"/><Relationship Id="rId16" Type="http://schemas.openxmlformats.org/officeDocument/2006/relationships/tags" Target="../tags/tag279.xml"/><Relationship Id="rId1" Type="http://schemas.openxmlformats.org/officeDocument/2006/relationships/tags" Target="../tags/tag264.xml"/><Relationship Id="rId6" Type="http://schemas.openxmlformats.org/officeDocument/2006/relationships/tags" Target="../tags/tag269.xml"/><Relationship Id="rId11" Type="http://schemas.openxmlformats.org/officeDocument/2006/relationships/tags" Target="../tags/tag274.xml"/><Relationship Id="rId5" Type="http://schemas.openxmlformats.org/officeDocument/2006/relationships/tags" Target="../tags/tag268.xml"/><Relationship Id="rId15" Type="http://schemas.openxmlformats.org/officeDocument/2006/relationships/tags" Target="../tags/tag278.xml"/><Relationship Id="rId10" Type="http://schemas.openxmlformats.org/officeDocument/2006/relationships/tags" Target="../tags/tag273.xml"/><Relationship Id="rId4" Type="http://schemas.openxmlformats.org/officeDocument/2006/relationships/tags" Target="../tags/tag267.xml"/><Relationship Id="rId9" Type="http://schemas.openxmlformats.org/officeDocument/2006/relationships/tags" Target="../tags/tag272.xml"/><Relationship Id="rId14" Type="http://schemas.openxmlformats.org/officeDocument/2006/relationships/tags" Target="../tags/tag277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287.xml"/><Relationship Id="rId3" Type="http://schemas.openxmlformats.org/officeDocument/2006/relationships/tags" Target="../tags/tag282.xml"/><Relationship Id="rId7" Type="http://schemas.openxmlformats.org/officeDocument/2006/relationships/tags" Target="../tags/tag286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83.xml"/><Relationship Id="rId9" Type="http://schemas.openxmlformats.org/officeDocument/2006/relationships/tags" Target="../tags/tag28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172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2184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5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3454400" y="17907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3454400" y="2247900"/>
            <a:ext cx="7823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454400" y="4305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454400" y="4762500"/>
            <a:ext cx="7823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914400" y="1828800"/>
            <a:ext cx="47244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657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114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553200" y="1828800"/>
            <a:ext cx="47244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3657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4114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4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3225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7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1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5842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75184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842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041400" y="28448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041400" y="3403600"/>
            <a:ext cx="6019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553200" y="26924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553200" y="3251200"/>
            <a:ext cx="5029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9144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794000" y="18923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794000" y="2451100"/>
            <a:ext cx="848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9144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2794000" y="44069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2794000" y="4965700"/>
            <a:ext cx="848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5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1910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343400" y="1676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343400" y="2184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41910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43400" y="34036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43400" y="39116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1910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3434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43434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0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4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26670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29514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454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013200"/>
            <a:ext cx="452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83058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85902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6654800" y="3454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6654800" y="4013200"/>
            <a:ext cx="452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2"/>
            </p:custDataLst>
          </p:nvPr>
        </p:nvSpPr>
        <p:spPr>
          <a:xfrm>
            <a:off x="0" y="3971178"/>
            <a:ext cx="3368041" cy="2886822"/>
          </a:xfrm>
          <a:custGeom>
            <a:avLst/>
            <a:gdLst>
              <a:gd name="connsiteX0" fmla="*/ 1749162 w 3368041"/>
              <a:gd name="connsiteY0" fmla="*/ 1 h 2886822"/>
              <a:gd name="connsiteX1" fmla="*/ 2893883 w 3368041"/>
              <a:gd name="connsiteY1" fmla="*/ 474160 h 2886822"/>
              <a:gd name="connsiteX2" fmla="*/ 2893882 w 3368041"/>
              <a:gd name="connsiteY2" fmla="*/ 474161 h 2886822"/>
              <a:gd name="connsiteX3" fmla="*/ 2893882 w 3368041"/>
              <a:gd name="connsiteY3" fmla="*/ 2763603 h 2886822"/>
              <a:gd name="connsiteX4" fmla="*/ 2770663 w 3368041"/>
              <a:gd name="connsiteY4" fmla="*/ 2886822 h 2886822"/>
              <a:gd name="connsiteX5" fmla="*/ 1634078 w 3368041"/>
              <a:gd name="connsiteY5" fmla="*/ 2886822 h 2886822"/>
              <a:gd name="connsiteX6" fmla="*/ 2294671 w 3368041"/>
              <a:gd name="connsiteY6" fmla="*/ 2226229 h 2886822"/>
              <a:gd name="connsiteX7" fmla="*/ 2294671 w 3368041"/>
              <a:gd name="connsiteY7" fmla="*/ 1073371 h 2886822"/>
              <a:gd name="connsiteX8" fmla="*/ 1718242 w 3368041"/>
              <a:gd name="connsiteY8" fmla="*/ 834606 h 2886822"/>
              <a:gd name="connsiteX9" fmla="*/ 1141812 w 3368041"/>
              <a:gd name="connsiteY9" fmla="*/ 1073371 h 2886822"/>
              <a:gd name="connsiteX10" fmla="*/ 0 w 3368041"/>
              <a:gd name="connsiteY10" fmla="*/ 2215183 h 2886822"/>
              <a:gd name="connsiteX11" fmla="*/ 0 w 3368041"/>
              <a:gd name="connsiteY11" fmla="*/ 1078600 h 2886822"/>
              <a:gd name="connsiteX12" fmla="*/ 604441 w 3368041"/>
              <a:gd name="connsiteY12" fmla="*/ 474160 h 2886822"/>
              <a:gd name="connsiteX13" fmla="*/ 1749162 w 3368041"/>
              <a:gd name="connsiteY13" fmla="*/ 1 h 288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8041" h="2886822">
                <a:moveTo>
                  <a:pt x="1749162" y="1"/>
                </a:moveTo>
                <a:cubicBezTo>
                  <a:pt x="2163469" y="0"/>
                  <a:pt x="2577777" y="158053"/>
                  <a:pt x="2893883" y="474160"/>
                </a:cubicBezTo>
                <a:lnTo>
                  <a:pt x="2893882" y="474161"/>
                </a:lnTo>
                <a:cubicBezTo>
                  <a:pt x="3526094" y="1106373"/>
                  <a:pt x="3526094" y="2131391"/>
                  <a:pt x="2893882" y="2763603"/>
                </a:cubicBezTo>
                <a:lnTo>
                  <a:pt x="2770663" y="2886822"/>
                </a:lnTo>
                <a:lnTo>
                  <a:pt x="1634078" y="2886822"/>
                </a:lnTo>
                <a:lnTo>
                  <a:pt x="2294671" y="2226229"/>
                </a:lnTo>
                <a:cubicBezTo>
                  <a:pt x="2613024" y="1907876"/>
                  <a:pt x="2613024" y="1391724"/>
                  <a:pt x="2294671" y="1073371"/>
                </a:cubicBezTo>
                <a:cubicBezTo>
                  <a:pt x="2135495" y="914195"/>
                  <a:pt x="1926868" y="834606"/>
                  <a:pt x="1718242" y="834606"/>
                </a:cubicBezTo>
                <a:cubicBezTo>
                  <a:pt x="1509615" y="834606"/>
                  <a:pt x="1300989" y="914194"/>
                  <a:pt x="1141812" y="1073371"/>
                </a:cubicBezTo>
                <a:lnTo>
                  <a:pt x="0" y="2215183"/>
                </a:lnTo>
                <a:lnTo>
                  <a:pt x="0" y="1078600"/>
                </a:lnTo>
                <a:lnTo>
                  <a:pt x="604441" y="474160"/>
                </a:lnTo>
                <a:cubicBezTo>
                  <a:pt x="920547" y="158053"/>
                  <a:pt x="1334855" y="0"/>
                  <a:pt x="1749162" y="1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7" name="图形 45"/>
          <p:cNvSpPr/>
          <p:nvPr>
            <p:custDataLst>
              <p:tags r:id="rId6"/>
            </p:custDataLst>
          </p:nvPr>
        </p:nvSpPr>
        <p:spPr>
          <a:xfrm>
            <a:off x="9070308" y="0"/>
            <a:ext cx="3121692" cy="5295900"/>
          </a:xfrm>
          <a:custGeom>
            <a:avLst/>
            <a:gdLst>
              <a:gd name="connsiteX0" fmla="*/ 2257901 w 2342673"/>
              <a:gd name="connsiteY0" fmla="*/ 0 h 3974306"/>
              <a:gd name="connsiteX1" fmla="*/ 2342674 w 2342673"/>
              <a:gd name="connsiteY1" fmla="*/ 0 h 3974306"/>
              <a:gd name="connsiteX2" fmla="*/ 2342674 w 2342673"/>
              <a:gd name="connsiteY2" fmla="*/ 767715 h 3974306"/>
              <a:gd name="connsiteX3" fmla="*/ 805339 w 2342673"/>
              <a:gd name="connsiteY3" fmla="*/ 2304098 h 3974306"/>
              <a:gd name="connsiteX4" fmla="*/ 805339 w 2342673"/>
              <a:gd name="connsiteY4" fmla="*/ 3168968 h 3974306"/>
              <a:gd name="connsiteX5" fmla="*/ 1670209 w 2342673"/>
              <a:gd name="connsiteY5" fmla="*/ 3168968 h 3974306"/>
              <a:gd name="connsiteX6" fmla="*/ 2342674 w 2342673"/>
              <a:gd name="connsiteY6" fmla="*/ 2496503 h 3974306"/>
              <a:gd name="connsiteX7" fmla="*/ 2342674 w 2342673"/>
              <a:gd name="connsiteY7" fmla="*/ 3348990 h 3974306"/>
              <a:gd name="connsiteX8" fmla="*/ 2073116 w 2342673"/>
              <a:gd name="connsiteY8" fmla="*/ 3618548 h 3974306"/>
              <a:gd name="connsiteX9" fmla="*/ 355759 w 2342673"/>
              <a:gd name="connsiteY9" fmla="*/ 3618548 h 3974306"/>
              <a:gd name="connsiteX10" fmla="*/ 355759 w 2342673"/>
              <a:gd name="connsiteY10" fmla="*/ 3618548 h 3974306"/>
              <a:gd name="connsiteX11" fmla="*/ 355759 w 2342673"/>
              <a:gd name="connsiteY11" fmla="*/ 1901190 h 3974306"/>
              <a:gd name="connsiteX12" fmla="*/ 2257901 w 2342673"/>
              <a:gd name="connsiteY12" fmla="*/ 0 h 3974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42673" h="3974306">
                <a:moveTo>
                  <a:pt x="2257901" y="0"/>
                </a:moveTo>
                <a:lnTo>
                  <a:pt x="2342674" y="0"/>
                </a:lnTo>
                <a:lnTo>
                  <a:pt x="2342674" y="767715"/>
                </a:lnTo>
                <a:lnTo>
                  <a:pt x="805339" y="2304098"/>
                </a:lnTo>
                <a:cubicBezTo>
                  <a:pt x="566261" y="2543175"/>
                  <a:pt x="566261" y="2929890"/>
                  <a:pt x="805339" y="3168968"/>
                </a:cubicBezTo>
                <a:cubicBezTo>
                  <a:pt x="1044416" y="3408045"/>
                  <a:pt x="1431131" y="3408045"/>
                  <a:pt x="1670209" y="3168968"/>
                </a:cubicBezTo>
                <a:lnTo>
                  <a:pt x="2342674" y="2496503"/>
                </a:lnTo>
                <a:lnTo>
                  <a:pt x="2342674" y="3348990"/>
                </a:lnTo>
                <a:lnTo>
                  <a:pt x="2073116" y="3618548"/>
                </a:lnTo>
                <a:cubicBezTo>
                  <a:pt x="1598771" y="4092893"/>
                  <a:pt x="830104" y="4092893"/>
                  <a:pt x="355759" y="3618548"/>
                </a:cubicBezTo>
                <a:lnTo>
                  <a:pt x="355759" y="3618548"/>
                </a:lnTo>
                <a:cubicBezTo>
                  <a:pt x="-118586" y="3144203"/>
                  <a:pt x="-118586" y="2375535"/>
                  <a:pt x="355759" y="1901190"/>
                </a:cubicBezTo>
                <a:lnTo>
                  <a:pt x="225790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任意多边形: 形状 6"/>
          <p:cNvSpPr/>
          <p:nvPr userDrawn="1">
            <p:custDataLst>
              <p:tags r:id="rId7"/>
            </p:custDataLst>
          </p:nvPr>
        </p:nvSpPr>
        <p:spPr>
          <a:xfrm>
            <a:off x="9281163" y="0"/>
            <a:ext cx="2910837" cy="3267626"/>
          </a:xfrm>
          <a:custGeom>
            <a:avLst/>
            <a:gdLst>
              <a:gd name="connsiteX0" fmla="*/ 978185 w 2910837"/>
              <a:gd name="connsiteY0" fmla="*/ 0 h 3267626"/>
              <a:gd name="connsiteX1" fmla="*/ 2114766 w 2910837"/>
              <a:gd name="connsiteY1" fmla="*/ 1 h 3267626"/>
              <a:gd name="connsiteX2" fmla="*/ 1073370 w 2910837"/>
              <a:gd name="connsiteY2" fmla="*/ 1041397 h 3267626"/>
              <a:gd name="connsiteX3" fmla="*/ 1073370 w 2910837"/>
              <a:gd name="connsiteY3" fmla="*/ 2194256 h 3267626"/>
              <a:gd name="connsiteX4" fmla="*/ 2226228 w 2910837"/>
              <a:gd name="connsiteY4" fmla="*/ 2194256 h 3267626"/>
              <a:gd name="connsiteX5" fmla="*/ 2910837 w 2910837"/>
              <a:gd name="connsiteY5" fmla="*/ 1509647 h 3267626"/>
              <a:gd name="connsiteX6" fmla="*/ 2910837 w 2910837"/>
              <a:gd name="connsiteY6" fmla="*/ 2646231 h 3267626"/>
              <a:gd name="connsiteX7" fmla="*/ 2763601 w 2910837"/>
              <a:gd name="connsiteY7" fmla="*/ 2793466 h 3267626"/>
              <a:gd name="connsiteX8" fmla="*/ 597110 w 2910837"/>
              <a:gd name="connsiteY8" fmla="*/ 2904597 h 3267626"/>
              <a:gd name="connsiteX9" fmla="*/ 474160 w 2910837"/>
              <a:gd name="connsiteY9" fmla="*/ 2793467 h 3267626"/>
              <a:gd name="connsiteX10" fmla="*/ 363029 w 2910837"/>
              <a:gd name="connsiteY10" fmla="*/ 2670516 h 3267626"/>
              <a:gd name="connsiteX11" fmla="*/ 474160 w 2910837"/>
              <a:gd name="connsiteY11" fmla="*/ 504025 h 3267626"/>
              <a:gd name="connsiteX12" fmla="*/ 978185 w 2910837"/>
              <a:gd name="connsiteY12" fmla="*/ 0 h 326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10837" h="3267626">
                <a:moveTo>
                  <a:pt x="978185" y="0"/>
                </a:moveTo>
                <a:lnTo>
                  <a:pt x="2114766" y="1"/>
                </a:lnTo>
                <a:lnTo>
                  <a:pt x="1073370" y="1041397"/>
                </a:lnTo>
                <a:cubicBezTo>
                  <a:pt x="755017" y="1359749"/>
                  <a:pt x="755017" y="1875903"/>
                  <a:pt x="1073370" y="2194256"/>
                </a:cubicBezTo>
                <a:cubicBezTo>
                  <a:pt x="1391723" y="2512609"/>
                  <a:pt x="1907876" y="2512609"/>
                  <a:pt x="2226228" y="2194256"/>
                </a:cubicBezTo>
                <a:lnTo>
                  <a:pt x="2910837" y="1509647"/>
                </a:lnTo>
                <a:lnTo>
                  <a:pt x="2910837" y="2646231"/>
                </a:lnTo>
                <a:lnTo>
                  <a:pt x="2763601" y="2793466"/>
                </a:lnTo>
                <a:cubicBezTo>
                  <a:pt x="2170902" y="3386166"/>
                  <a:pt x="1232964" y="3423210"/>
                  <a:pt x="597110" y="2904597"/>
                </a:cubicBezTo>
                <a:lnTo>
                  <a:pt x="474160" y="2793467"/>
                </a:lnTo>
                <a:lnTo>
                  <a:pt x="363029" y="2670516"/>
                </a:lnTo>
                <a:cubicBezTo>
                  <a:pt x="-155583" y="2034662"/>
                  <a:pt x="-118540" y="1096724"/>
                  <a:pt x="474160" y="504025"/>
                </a:cubicBezTo>
                <a:lnTo>
                  <a:pt x="978185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Subtitle 13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9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谢谢观看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4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1727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2286000"/>
            <a:ext cx="5334000" cy="3759200"/>
          </a:xfrm>
          <a:custGeom>
            <a:avLst/>
            <a:gdLst>
              <a:gd name="connisteX0" fmla="*/ 0 w 5334000"/>
              <a:gd name="connsiteY0" fmla="*/ 203200 h 3759200"/>
              <a:gd name="connisteX1" fmla="*/ 203200 w 5334000"/>
              <a:gd name="connsiteY1" fmla="*/ 0 h 3759200"/>
              <a:gd name="connisteX2" fmla="*/ 5130800 w 5334000"/>
              <a:gd name="connsiteY2" fmla="*/ 0 h 3759200"/>
              <a:gd name="connisteX3" fmla="*/ 5334000 w 5334000"/>
              <a:gd name="connsiteY3" fmla="*/ 203200 h 3759200"/>
              <a:gd name="connisteX4" fmla="*/ 5334000 w 5334000"/>
              <a:gd name="connsiteY4" fmla="*/ 3556000 h 3759200"/>
              <a:gd name="connisteX5" fmla="*/ 5130800 w 5334000"/>
              <a:gd name="connsiteY5" fmla="*/ 3759200 h 3759200"/>
              <a:gd name="connisteX6" fmla="*/ 203200 w 5334000"/>
              <a:gd name="connsiteY6" fmla="*/ 3759200 h 3759200"/>
              <a:gd name="connisteX7" fmla="*/ 0 w 5334000"/>
              <a:gd name="connsiteY7" fmla="*/ 3556000 h 3759200"/>
              <a:gd name="connisteX8" fmla="*/ 0 w 53340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556000"/>
                </a:lnTo>
                <a:cubicBezTo>
                  <a:pt x="5334000" y="3668224"/>
                  <a:pt x="5243024" y="3759200"/>
                  <a:pt x="51308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914400" y="2946400"/>
            <a:ext cx="47244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248400" y="1727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48400" y="2286000"/>
            <a:ext cx="5334000" cy="3759200"/>
          </a:xfrm>
          <a:custGeom>
            <a:avLst/>
            <a:gdLst>
              <a:gd name="connisteX0" fmla="*/ 0 w 5334000"/>
              <a:gd name="connsiteY0" fmla="*/ 203200 h 3759200"/>
              <a:gd name="connisteX1" fmla="*/ 203200 w 5334000"/>
              <a:gd name="connsiteY1" fmla="*/ 0 h 3759200"/>
              <a:gd name="connisteX2" fmla="*/ 5130800 w 5334000"/>
              <a:gd name="connsiteY2" fmla="*/ 0 h 3759200"/>
              <a:gd name="connisteX3" fmla="*/ 5334000 w 5334000"/>
              <a:gd name="connsiteY3" fmla="*/ 203200 h 3759200"/>
              <a:gd name="connisteX4" fmla="*/ 5334000 w 5334000"/>
              <a:gd name="connsiteY4" fmla="*/ 3556000 h 3759200"/>
              <a:gd name="connisteX5" fmla="*/ 5130800 w 5334000"/>
              <a:gd name="connsiteY5" fmla="*/ 3759200 h 3759200"/>
              <a:gd name="connisteX6" fmla="*/ 203200 w 5334000"/>
              <a:gd name="connsiteY6" fmla="*/ 3759200 h 3759200"/>
              <a:gd name="connisteX7" fmla="*/ 0 w 5334000"/>
              <a:gd name="connsiteY7" fmla="*/ 3556000 h 3759200"/>
              <a:gd name="connisteX8" fmla="*/ 0 w 53340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556000"/>
                </a:lnTo>
                <a:cubicBezTo>
                  <a:pt x="5334000" y="3668224"/>
                  <a:pt x="5243024" y="3759200"/>
                  <a:pt x="51308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2946400"/>
            <a:ext cx="47244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6096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8572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479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39878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44704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47180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3479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4470400" y="39878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83312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85788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8331200" y="3479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6"/>
            </p:custDataLst>
          </p:nvPr>
        </p:nvSpPr>
        <p:spPr>
          <a:xfrm>
            <a:off x="8331200" y="39878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0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6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05</a:t>
            </a:r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19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06</a:t>
            </a:r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2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3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任意多边形: 形状 8"/>
          <p:cNvSpPr/>
          <p:nvPr userDrawn="1">
            <p:custDataLst>
              <p:tags r:id="rId5"/>
            </p:custDataLst>
          </p:nvPr>
        </p:nvSpPr>
        <p:spPr>
          <a:xfrm>
            <a:off x="8303481" y="1"/>
            <a:ext cx="3888439" cy="2990663"/>
          </a:xfrm>
          <a:custGeom>
            <a:avLst/>
            <a:gdLst>
              <a:gd name="connsiteX0" fmla="*/ 701222 w 3888439"/>
              <a:gd name="connsiteY0" fmla="*/ 0 h 2990663"/>
              <a:gd name="connsiteX1" fmla="*/ 1837804 w 3888439"/>
              <a:gd name="connsiteY1" fmla="*/ 0 h 2990663"/>
              <a:gd name="connsiteX2" fmla="*/ 1073370 w 3888439"/>
              <a:gd name="connsiteY2" fmla="*/ 764434 h 2990663"/>
              <a:gd name="connsiteX3" fmla="*/ 1073369 w 3888439"/>
              <a:gd name="connsiteY3" fmla="*/ 1917293 h 2990663"/>
              <a:gd name="connsiteX4" fmla="*/ 2226228 w 3888439"/>
              <a:gd name="connsiteY4" fmla="*/ 1917293 h 2990663"/>
              <a:gd name="connsiteX5" fmla="*/ 3888439 w 3888439"/>
              <a:gd name="connsiteY5" fmla="*/ 255082 h 2990663"/>
              <a:gd name="connsiteX6" fmla="*/ 3888439 w 3888439"/>
              <a:gd name="connsiteY6" fmla="*/ 1391667 h 2990663"/>
              <a:gd name="connsiteX7" fmla="*/ 2763601 w 3888439"/>
              <a:gd name="connsiteY7" fmla="*/ 2516504 h 2990663"/>
              <a:gd name="connsiteX8" fmla="*/ 474159 w 3888439"/>
              <a:gd name="connsiteY8" fmla="*/ 2516504 h 2990663"/>
              <a:gd name="connsiteX9" fmla="*/ 474159 w 3888439"/>
              <a:gd name="connsiteY9" fmla="*/ 2516505 h 2990663"/>
              <a:gd name="connsiteX10" fmla="*/ 474159 w 3888439"/>
              <a:gd name="connsiteY10" fmla="*/ 227063 h 2990663"/>
              <a:gd name="connsiteX11" fmla="*/ 701222 w 3888439"/>
              <a:gd name="connsiteY11" fmla="*/ 0 h 2990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88439" h="2990663">
                <a:moveTo>
                  <a:pt x="701222" y="0"/>
                </a:moveTo>
                <a:lnTo>
                  <a:pt x="1837804" y="0"/>
                </a:lnTo>
                <a:lnTo>
                  <a:pt x="1073370" y="764434"/>
                </a:lnTo>
                <a:cubicBezTo>
                  <a:pt x="755017" y="1082787"/>
                  <a:pt x="755017" y="1598941"/>
                  <a:pt x="1073369" y="1917293"/>
                </a:cubicBezTo>
                <a:cubicBezTo>
                  <a:pt x="1391723" y="2235647"/>
                  <a:pt x="1907876" y="2235648"/>
                  <a:pt x="2226228" y="1917293"/>
                </a:cubicBezTo>
                <a:lnTo>
                  <a:pt x="3888439" y="255082"/>
                </a:lnTo>
                <a:lnTo>
                  <a:pt x="3888439" y="1391667"/>
                </a:lnTo>
                <a:lnTo>
                  <a:pt x="2763601" y="2516504"/>
                </a:lnTo>
                <a:cubicBezTo>
                  <a:pt x="2131388" y="3148717"/>
                  <a:pt x="1106371" y="3148716"/>
                  <a:pt x="474159" y="2516504"/>
                </a:cubicBezTo>
                <a:lnTo>
                  <a:pt x="474159" y="2516505"/>
                </a:lnTo>
                <a:cubicBezTo>
                  <a:pt x="-158053" y="1884293"/>
                  <a:pt x="-158053" y="859275"/>
                  <a:pt x="474159" y="227063"/>
                </a:cubicBezTo>
                <a:lnTo>
                  <a:pt x="701222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6"/>
            </p:custDataLst>
          </p:nvPr>
        </p:nvSpPr>
        <p:spPr>
          <a:xfrm>
            <a:off x="140" y="4031014"/>
            <a:ext cx="3367833" cy="2826723"/>
          </a:xfrm>
          <a:custGeom>
            <a:avLst/>
            <a:gdLst>
              <a:gd name="connsiteX0" fmla="*/ 1739345 w 3367833"/>
              <a:gd name="connsiteY0" fmla="*/ 27 h 2826723"/>
              <a:gd name="connsiteX1" fmla="*/ 2879022 w 3367833"/>
              <a:gd name="connsiteY1" fmla="*/ 459570 h 2826723"/>
              <a:gd name="connsiteX2" fmla="*/ 2893839 w 3367833"/>
              <a:gd name="connsiteY2" fmla="*/ 474387 h 2826723"/>
              <a:gd name="connsiteX3" fmla="*/ 2908656 w 3367833"/>
              <a:gd name="connsiteY3" fmla="*/ 489203 h 2826723"/>
              <a:gd name="connsiteX4" fmla="*/ 2893816 w 3367833"/>
              <a:gd name="connsiteY4" fmla="*/ 2763402 h 2826723"/>
              <a:gd name="connsiteX5" fmla="*/ 2830506 w 3367833"/>
              <a:gd name="connsiteY5" fmla="*/ 2826712 h 2826723"/>
              <a:gd name="connsiteX6" fmla="*/ 1693631 w 3367833"/>
              <a:gd name="connsiteY6" fmla="*/ 2826723 h 2826723"/>
              <a:gd name="connsiteX7" fmla="*/ 2294403 w 3367833"/>
              <a:gd name="connsiteY7" fmla="*/ 2225952 h 2826723"/>
              <a:gd name="connsiteX8" fmla="*/ 2294414 w 3367833"/>
              <a:gd name="connsiteY8" fmla="*/ 1073811 h 2826723"/>
              <a:gd name="connsiteX9" fmla="*/ 1141825 w 3367833"/>
              <a:gd name="connsiteY9" fmla="*/ 1073374 h 2826723"/>
              <a:gd name="connsiteX10" fmla="*/ 0 w 3367833"/>
              <a:gd name="connsiteY10" fmla="*/ 2215198 h 2826723"/>
              <a:gd name="connsiteX11" fmla="*/ 11 w 3367833"/>
              <a:gd name="connsiteY11" fmla="*/ 1078324 h 2826723"/>
              <a:gd name="connsiteX12" fmla="*/ 604375 w 3367833"/>
              <a:gd name="connsiteY12" fmla="*/ 473960 h 2826723"/>
              <a:gd name="connsiteX13" fmla="*/ 1739345 w 3367833"/>
              <a:gd name="connsiteY13" fmla="*/ 27 h 282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7833" h="2826723">
                <a:moveTo>
                  <a:pt x="1739345" y="27"/>
                </a:moveTo>
                <a:cubicBezTo>
                  <a:pt x="2150407" y="-2335"/>
                  <a:pt x="2562254" y="150884"/>
                  <a:pt x="2879022" y="459570"/>
                </a:cubicBezTo>
                <a:lnTo>
                  <a:pt x="2893839" y="474387"/>
                </a:lnTo>
                <a:lnTo>
                  <a:pt x="2908656" y="489203"/>
                </a:lnTo>
                <a:cubicBezTo>
                  <a:pt x="3525579" y="1122291"/>
                  <a:pt x="3521079" y="2136139"/>
                  <a:pt x="2893816" y="2763402"/>
                </a:cubicBezTo>
                <a:lnTo>
                  <a:pt x="2830506" y="2826712"/>
                </a:lnTo>
                <a:lnTo>
                  <a:pt x="1693631" y="2826723"/>
                </a:lnTo>
                <a:lnTo>
                  <a:pt x="2294403" y="2225952"/>
                </a:lnTo>
                <a:cubicBezTo>
                  <a:pt x="2612749" y="1907606"/>
                  <a:pt x="2612754" y="1392151"/>
                  <a:pt x="2294414" y="1073811"/>
                </a:cubicBezTo>
                <a:cubicBezTo>
                  <a:pt x="1976075" y="755471"/>
                  <a:pt x="1460171" y="755028"/>
                  <a:pt x="1141825" y="1073374"/>
                </a:cubicBezTo>
                <a:lnTo>
                  <a:pt x="0" y="2215198"/>
                </a:lnTo>
                <a:lnTo>
                  <a:pt x="11" y="1078324"/>
                </a:lnTo>
                <a:lnTo>
                  <a:pt x="604375" y="473960"/>
                </a:lnTo>
                <a:cubicBezTo>
                  <a:pt x="918006" y="160329"/>
                  <a:pt x="1328284" y="2388"/>
                  <a:pt x="1739345" y="2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zh-CN" altLang="en-US"/>
              <a:t>20XX YEAR</a:t>
            </a:r>
          </a:p>
        </p:txBody>
      </p:sp>
      <p:sp>
        <p:nvSpPr>
          <p:cNvPr id="20" name="任意多边形: 形状 19"/>
          <p:cNvSpPr/>
          <p:nvPr userDrawn="1">
            <p:custDataLst>
              <p:tags r:id="rId8"/>
            </p:custDataLst>
          </p:nvPr>
        </p:nvSpPr>
        <p:spPr>
          <a:xfrm>
            <a:off x="7951867" y="1"/>
            <a:ext cx="4240054" cy="5117611"/>
          </a:xfrm>
          <a:custGeom>
            <a:avLst/>
            <a:gdLst>
              <a:gd name="connsiteX0" fmla="*/ 2828170 w 4240054"/>
              <a:gd name="connsiteY0" fmla="*/ 0 h 5117611"/>
              <a:gd name="connsiteX1" fmla="*/ 3964752 w 4240054"/>
              <a:gd name="connsiteY1" fmla="*/ 0 h 5117611"/>
              <a:gd name="connsiteX2" fmla="*/ 1073370 w 4240054"/>
              <a:gd name="connsiteY2" fmla="*/ 2891382 h 5117611"/>
              <a:gd name="connsiteX3" fmla="*/ 1073369 w 4240054"/>
              <a:gd name="connsiteY3" fmla="*/ 4044241 h 5117611"/>
              <a:gd name="connsiteX4" fmla="*/ 2226228 w 4240054"/>
              <a:gd name="connsiteY4" fmla="*/ 4044241 h 5117611"/>
              <a:gd name="connsiteX5" fmla="*/ 4240053 w 4240054"/>
              <a:gd name="connsiteY5" fmla="*/ 2030415 h 5117611"/>
              <a:gd name="connsiteX6" fmla="*/ 4240054 w 4240054"/>
              <a:gd name="connsiteY6" fmla="*/ 3166999 h 5117611"/>
              <a:gd name="connsiteX7" fmla="*/ 2763600 w 4240054"/>
              <a:gd name="connsiteY7" fmla="*/ 4643452 h 5117611"/>
              <a:gd name="connsiteX8" fmla="*/ 597109 w 4240054"/>
              <a:gd name="connsiteY8" fmla="*/ 4754583 h 5117611"/>
              <a:gd name="connsiteX9" fmla="*/ 474159 w 4240054"/>
              <a:gd name="connsiteY9" fmla="*/ 4643453 h 5117611"/>
              <a:gd name="connsiteX10" fmla="*/ 363028 w 4240054"/>
              <a:gd name="connsiteY10" fmla="*/ 4520502 h 5117611"/>
              <a:gd name="connsiteX11" fmla="*/ 474159 w 4240054"/>
              <a:gd name="connsiteY11" fmla="*/ 2354011 h 5117611"/>
              <a:gd name="connsiteX12" fmla="*/ 2828170 w 4240054"/>
              <a:gd name="connsiteY12" fmla="*/ 0 h 5117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40054" h="5117611">
                <a:moveTo>
                  <a:pt x="2828170" y="0"/>
                </a:moveTo>
                <a:lnTo>
                  <a:pt x="3964752" y="0"/>
                </a:lnTo>
                <a:lnTo>
                  <a:pt x="1073370" y="2891382"/>
                </a:lnTo>
                <a:cubicBezTo>
                  <a:pt x="755017" y="3209735"/>
                  <a:pt x="755017" y="3725889"/>
                  <a:pt x="1073369" y="4044241"/>
                </a:cubicBezTo>
                <a:cubicBezTo>
                  <a:pt x="1391723" y="4362595"/>
                  <a:pt x="1907875" y="4362595"/>
                  <a:pt x="2226228" y="4044241"/>
                </a:cubicBezTo>
                <a:lnTo>
                  <a:pt x="4240053" y="2030415"/>
                </a:lnTo>
                <a:lnTo>
                  <a:pt x="4240054" y="3166999"/>
                </a:lnTo>
                <a:lnTo>
                  <a:pt x="2763600" y="4643452"/>
                </a:lnTo>
                <a:cubicBezTo>
                  <a:pt x="2170901" y="5236151"/>
                  <a:pt x="1232963" y="5273195"/>
                  <a:pt x="597109" y="4754583"/>
                </a:cubicBezTo>
                <a:lnTo>
                  <a:pt x="474159" y="4643453"/>
                </a:lnTo>
                <a:lnTo>
                  <a:pt x="363028" y="4520502"/>
                </a:lnTo>
                <a:cubicBezTo>
                  <a:pt x="-155583" y="3884647"/>
                  <a:pt x="-118540" y="2946710"/>
                  <a:pt x="474159" y="2354011"/>
                </a:cubicBezTo>
                <a:lnTo>
                  <a:pt x="28281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800000" scaled="0"/>
                </a:gradFill>
              </a:defRPr>
            </a:lvl1pPr>
          </a:lstStyle>
          <a:p>
            <a:r>
              <a:rPr lang="zh-CN" altLang="en-US" dirty="0"/>
              <a:t>单击此处
添加文档标题</a:t>
            </a: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/>
            </a:lvl1pPr>
          </a:lstStyle>
          <a:p>
            <a:pPr lvl="0"/>
            <a:r>
              <a:rPr lang="zh-CN" altLang="en-US" dirty="0"/>
              <a:t>BY WPS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17780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19621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5638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5822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44704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94996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96837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83312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6"/>
            </p:custDataLst>
          </p:nvPr>
        </p:nvSpPr>
        <p:spPr>
          <a:xfrm>
            <a:off x="83312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任意多边形: 形状 8"/>
          <p:cNvSpPr/>
          <p:nvPr userDrawn="1">
            <p:custDataLst>
              <p:tags r:id="rId5"/>
            </p:custDataLst>
          </p:nvPr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3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7"/>
            </p:custDataLst>
          </p:nvPr>
        </p:nvSpPr>
        <p:spPr>
          <a:xfrm>
            <a:off x="0" y="4345312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9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>
                    <a:alpha val="68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tags" Target="../tags/tag3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tags" Target="../tags/tag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tags" Target="../tags/tag1.xml"/><Relationship Id="rId32" Type="http://schemas.openxmlformats.org/officeDocument/2006/relationships/tags" Target="../tags/tag9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theme" Target="../theme/theme2.xml"/><Relationship Id="rId28" Type="http://schemas.openxmlformats.org/officeDocument/2006/relationships/tags" Target="../tags/tag5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ags" Target="../tags/tag8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tags" Target="../tags/tag4.xml"/><Relationship Id="rId30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31"/>
            </p:custDataLst>
          </p:nvPr>
        </p:nvSpPr>
        <p:spPr>
          <a:xfrm>
            <a:off x="10493375" y="0"/>
            <a:ext cx="1698625" cy="1416050"/>
          </a:xfrm>
          <a:custGeom>
            <a:avLst/>
            <a:gdLst>
              <a:gd name="connsiteX0" fmla="*/ 245177 w 2478363"/>
              <a:gd name="connsiteY0" fmla="*/ 0 h 2064784"/>
              <a:gd name="connsiteX1" fmla="*/ 1332458 w 2478363"/>
              <a:gd name="connsiteY1" fmla="*/ 1 h 2064784"/>
              <a:gd name="connsiteX2" fmla="*/ 969061 w 2478363"/>
              <a:gd name="connsiteY2" fmla="*/ 363398 h 2064784"/>
              <a:gd name="connsiteX3" fmla="*/ 905436 w 2478363"/>
              <a:gd name="connsiteY3" fmla="*/ 987699 h 2064784"/>
              <a:gd name="connsiteX4" fmla="*/ 969061 w 2478363"/>
              <a:gd name="connsiteY4" fmla="*/ 1065590 h 2064784"/>
              <a:gd name="connsiteX5" fmla="*/ 1046951 w 2478363"/>
              <a:gd name="connsiteY5" fmla="*/ 1129215 h 2064784"/>
              <a:gd name="connsiteX6" fmla="*/ 1671253 w 2478363"/>
              <a:gd name="connsiteY6" fmla="*/ 1065589 h 2064784"/>
              <a:gd name="connsiteX7" fmla="*/ 2478363 w 2478363"/>
              <a:gd name="connsiteY7" fmla="*/ 258481 h 2064784"/>
              <a:gd name="connsiteX8" fmla="*/ 2478362 w 2478363"/>
              <a:gd name="connsiteY8" fmla="*/ 1436994 h 2064784"/>
              <a:gd name="connsiteX9" fmla="*/ 2233837 w 2478363"/>
              <a:gd name="connsiteY9" fmla="*/ 1681519 h 2064784"/>
              <a:gd name="connsiteX10" fmla="*/ 383266 w 2478363"/>
              <a:gd name="connsiteY10" fmla="*/ 1681519 h 2064784"/>
              <a:gd name="connsiteX11" fmla="*/ 215587 w 2478363"/>
              <a:gd name="connsiteY11" fmla="*/ 36224 h 2064784"/>
              <a:gd name="connsiteX12" fmla="*/ 245177 w 2478363"/>
              <a:gd name="connsiteY12" fmla="*/ 0 h 206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363" h="2064784">
                <a:moveTo>
                  <a:pt x="245177" y="0"/>
                </a:moveTo>
                <a:lnTo>
                  <a:pt x="1332458" y="1"/>
                </a:lnTo>
                <a:lnTo>
                  <a:pt x="969061" y="363398"/>
                </a:lnTo>
                <a:cubicBezTo>
                  <a:pt x="799394" y="533064"/>
                  <a:pt x="778186" y="794972"/>
                  <a:pt x="905436" y="987699"/>
                </a:cubicBezTo>
                <a:lnTo>
                  <a:pt x="969061" y="1065590"/>
                </a:lnTo>
                <a:lnTo>
                  <a:pt x="1046951" y="1129215"/>
                </a:lnTo>
                <a:cubicBezTo>
                  <a:pt x="1239678" y="1256464"/>
                  <a:pt x="1501586" y="1235256"/>
                  <a:pt x="1671253" y="1065589"/>
                </a:cubicBezTo>
                <a:lnTo>
                  <a:pt x="2478363" y="258481"/>
                </a:lnTo>
                <a:lnTo>
                  <a:pt x="2478362" y="1436994"/>
                </a:lnTo>
                <a:lnTo>
                  <a:pt x="2233837" y="1681519"/>
                </a:lnTo>
                <a:cubicBezTo>
                  <a:pt x="1722816" y="2192540"/>
                  <a:pt x="894287" y="2192540"/>
                  <a:pt x="383266" y="1681519"/>
                </a:cubicBezTo>
                <a:cubicBezTo>
                  <a:pt x="-63877" y="1234376"/>
                  <a:pt x="-119770" y="544141"/>
                  <a:pt x="215587" y="36224"/>
                </a:cubicBezTo>
                <a:lnTo>
                  <a:pt x="24517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3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穿西装戴眼镜的男人&#10;&#10;AI 生成的内容可能不正确。">
            <a:extLst>
              <a:ext uri="{FF2B5EF4-FFF2-40B4-BE49-F238E27FC236}">
                <a16:creationId xmlns:a16="http://schemas.microsoft.com/office/drawing/2014/main" id="{DD391B01-587B-2F6B-6437-8A01F8D90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" r="3752"/>
          <a:stretch>
            <a:fillRect/>
          </a:stretch>
        </p:blipFill>
        <p:spPr>
          <a:xfrm>
            <a:off x="7643491" y="1024421"/>
            <a:ext cx="3229721" cy="4509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61762F56-EB68-9D59-3ADE-EBC6B5C16E74}"/>
              </a:ext>
            </a:extLst>
          </p:cNvPr>
          <p:cNvSpPr>
            <a:spLocks noGrp="1"/>
          </p:cNvSpPr>
          <p:nvPr>
            <p:ph type="body" idx="16394"/>
          </p:nvPr>
        </p:nvSpPr>
        <p:spPr>
          <a:xfrm flipH="1">
            <a:off x="665481" y="862594"/>
            <a:ext cx="45719" cy="323655"/>
          </a:xfrm>
        </p:spPr>
        <p:txBody>
          <a:bodyPr/>
          <a:lstStyle/>
          <a:p>
            <a:endParaRPr lang="en-US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23CA87FE-6C67-8B11-5654-65276FC8BCB9}"/>
              </a:ext>
            </a:extLst>
          </p:cNvPr>
          <p:cNvSpPr>
            <a:spLocks noGrp="1"/>
          </p:cNvSpPr>
          <p:nvPr>
            <p:ph type="body" idx="16388"/>
          </p:nvPr>
        </p:nvSpPr>
        <p:spPr>
          <a:xfrm>
            <a:off x="762000" y="759987"/>
            <a:ext cx="6172200" cy="69810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PingFang SC" panose="020B0400000000000000" pitchFamily="34" charset="-122"/>
                <a:ea typeface="PingFang SC" panose="020B0400000000000000" pitchFamily="34" charset="-122"/>
              </a:rPr>
              <a:t>刘</a:t>
            </a:r>
            <a:r>
              <a:rPr lang="zh-CN" altLang="en-US" sz="32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sz="3200" b="1" dirty="0" err="1">
                <a:latin typeface="PingFang SC" panose="020B0400000000000000" pitchFamily="34" charset="-122"/>
                <a:ea typeface="PingFang SC" panose="020B0400000000000000" pitchFamily="34" charset="-122"/>
              </a:rPr>
              <a:t>锴</a:t>
            </a:r>
            <a:endParaRPr lang="en-US" sz="3200" b="1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5CD4252-ECD0-5F50-441F-38E979A59A3E}"/>
              </a:ext>
            </a:extLst>
          </p:cNvPr>
          <p:cNvSpPr txBox="1"/>
          <p:nvPr/>
        </p:nvSpPr>
        <p:spPr>
          <a:xfrm>
            <a:off x="762000" y="1370594"/>
            <a:ext cx="6172200" cy="370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 fontScale="85000" lnSpcReduction="20000"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现任 AI 咨询 &amp; 培训公司合伙人</a:t>
            </a:r>
            <a:endParaRPr lang="en-US" altLang="zh-CN" sz="1600" b="0" i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中国人力资源开发研究会智能分会理事，DAiMA（国际数据和人工智能管理协会）AI 专家，《AI 素养觉醒》联合作者</a:t>
            </a:r>
            <a:endParaRPr lang="zh-CN" altLang="en-US" sz="1600" b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前用友</a:t>
            </a:r>
            <a:r>
              <a:rPr lang="en-US" altLang="zh-CN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AI</a:t>
            </a:r>
            <a:r>
              <a:rPr lang="zh-CN" altLang="en-US" sz="1600" b="0" i="0" kern="1200" spc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产品</a:t>
            </a:r>
            <a:r>
              <a:rPr lang="zh-CN" altLang="en-US" sz="1600">
                <a:latin typeface="PingFang SC" panose="020B0400000000000000" pitchFamily="34" charset="-122"/>
                <a:ea typeface="PingFang SC" panose="020B0400000000000000" pitchFamily="34" charset="-122"/>
              </a:rPr>
              <a:t>总监</a:t>
            </a:r>
            <a:endParaRPr lang="en-US" altLang="zh-CN" sz="1600" b="0" i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前北森 AI 产品总监</a:t>
            </a:r>
            <a:endParaRPr lang="en-US" altLang="zh-CN" sz="1600" b="0" i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前</a:t>
            </a:r>
            <a:r>
              <a:rPr lang="en-US" altLang="zh-CN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51</a:t>
            </a: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社保薪税保事业部负责人</a:t>
            </a:r>
            <a:endParaRPr lang="en-US" altLang="zh-CN" sz="1600" b="0" i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前美团</a:t>
            </a: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企业研发部 / 百度</a:t>
            </a:r>
            <a:r>
              <a:rPr lang="en-US" altLang="zh-CN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AI</a:t>
            </a: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产品架构师</a:t>
            </a:r>
            <a:endParaRPr lang="zh-CN" altLang="en-US" sz="1600" b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主导多家国央企 AI 规划、落地与培训，深耕人力 / 合规 / 办公数智化，擅长企业架构、IT 治理、数据治理及 AI 转型</a:t>
            </a:r>
            <a:endParaRPr lang="en-US" altLang="zh-CN" sz="1600" b="0" i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r>
              <a:rPr lang="en-US" altLang="zh-CN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AI</a:t>
            </a: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系列课程</a:t>
            </a:r>
            <a:r>
              <a:rPr lang="en-US" altLang="zh-CN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《AI</a:t>
            </a: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管理师</a:t>
            </a:r>
            <a:r>
              <a:rPr lang="en-US" altLang="zh-CN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》</a:t>
            </a:r>
            <a:r>
              <a:rPr lang="zh-CN" altLang="en-US" sz="1600" b="0" i="0" kern="1200" spc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、</a:t>
            </a:r>
            <a:r>
              <a:rPr lang="en-US" altLang="zh-CN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 《AI</a:t>
            </a: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训练师</a:t>
            </a:r>
            <a:r>
              <a:rPr lang="en-US" altLang="zh-CN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》</a:t>
            </a: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、</a:t>
            </a:r>
            <a:r>
              <a:rPr lang="en-US" altLang="zh-CN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《AI</a:t>
            </a: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架构师</a:t>
            </a:r>
            <a:r>
              <a:rPr lang="en-US" altLang="zh-CN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》</a:t>
            </a: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、</a:t>
            </a:r>
            <a:r>
              <a:rPr lang="en-US" altLang="zh-CN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《AI</a:t>
            </a: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在人力领域的实战技巧</a:t>
            </a:r>
            <a:r>
              <a:rPr lang="en-US" altLang="zh-CN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》</a:t>
            </a:r>
            <a:r>
              <a:rPr lang="zh-CN" altLang="en-US" sz="1600" dirty="0">
                <a:latin typeface="PingFang SC" panose="020B0400000000000000" pitchFamily="34" charset="-122"/>
                <a:ea typeface="PingFang SC" panose="020B0400000000000000" pitchFamily="34" charset="-122"/>
              </a:rPr>
              <a:t>主讲导师。</a:t>
            </a:r>
            <a:endParaRPr lang="en-US" altLang="zh-CN" sz="1600" b="0" i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系统字体常规体"/>
              <a:buChar char="❊"/>
            </a:pPr>
            <a:endParaRPr lang="zh-CN" altLang="en-US" sz="1600" b="0" kern="1200" spc="0" dirty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TEMPLATE_STYLE_ID" val="697966324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76"/>
  <p:tag name="KSO_WM_TEMPLATE_CATEGORY" val="custo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2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276"/>
  <p:tag name="KSO_WM_UNIT_ISNUMDGMTITL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76"/>
  <p:tag name="KSO_WM_TEMPLATE_CATEGORY" val="custo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276"/>
  <p:tag name="KSO_WM_TEMPLATE_CATEGORY" val="custom"/>
  <p:tag name="KSO_WM_TEMPLATE_MASTER_TYPE" val="0"/>
  <p:tag name="KSO_WM_TAG_VERSION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4f53b1a8d0398f62f18935995ace28fc9823716"/>
  <p:tag name="KSO_WM_NEWLAYOUT_ID" val="slide_351695b9d561403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d47314ee094c144593863956e83aff03685a63"/>
  <p:tag name="KSO_WM_NEWLAYOUT_ID" val="slide_4acdb5d565d7a68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ed861c1cd2a4be30817a4c7f4076c1c3774ded"/>
  <p:tag name="KSO_WM_NEWLAYOUT_ID" val="slide_810d29b5405e036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291510337137e7ace14c89a58e8151c82c8ed99"/>
  <p:tag name="KSO_WM_NEWLAYOUT_ID" val="slide_a9b8dd85d7f4ac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de72ed76a1e142f53b28cd9ed4ee34f7f30c01"/>
  <p:tag name="KSO_WM_NEWLAYOUT_ID" val="slide_d37966ae9f0f3cb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afcb8c86ed11063b419f5294dc83471d5a8d527"/>
  <p:tag name="KSO_WM_NEWLAYOUT_ID" val="slide_0acbfdbc3c6b261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a38c5b6b02c023157c99a4964d9585aca6f091"/>
  <p:tag name="KSO_WM_NEWLAYOUT_ID" val="slide_852d700e72c68e5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91e66f17d062f03444c5a86ce3fb52a85f3696"/>
  <p:tag name="KSO_WM_NEWLAYOUT_ID" val="slide_09dcc5bfccb82ccf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c96c1ca6cd5c63324b47a8e0ba72a8e4c27ca0"/>
  <p:tag name="KSO_WM_NEWLAYOUT_ID" val="slide_4b930c15976a31a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UNIT_INDEX" val="1_1"/>
  <p:tag name="KSO_WM_UNIT_TYPE" val="l_i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06acac0316d8a3ff2980473318a7f6d84ab6347"/>
  <p:tag name="KSO_WM_NEWLAYOUT_ID" val="slide_d4c348b411a1f6b6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2eb1f445a83496917073f0363b94dd9ab692fa6"/>
  <p:tag name="KSO_WM_NEWLAYOUT_ID" val="slide_e322f756bea7b1bb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aa6424f1548f2ac36d6041178054f36a1f08b3"/>
  <p:tag name="KSO_WM_NEWLAYOUT_ID" val="slide_b85ad0045308797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285e5d06f7a13cbaea37c97ddec3946335a0d9"/>
  <p:tag name="KSO_WM_NEWLAYOUT_ID" val="slide_0576b72b971413eb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96344a9ad7c7b68ac32264c06f7913e16dedb5"/>
  <p:tag name="KSO_WM_NEWLAYOUT_ID" val="slide_92bfffc2948dacf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bcbc00d443bda679dc9a388606f59e9af810fe9"/>
  <p:tag name="KSO_WM_NEWLAYOUT_ID" val="slide_3a8d68c4cb9e2e1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76"/>
  <p:tag name="KSO_WM_TEMPLATE_CATEGORY" val="custom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76"/>
  <p:tag name="KSO_WM_TEMPLATE_CATEGORY" val="custom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276"/>
  <p:tag name="KSO_WM_TEMPLATE_CATEGORY" val="custom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76"/>
  <p:tag name="KSO_WM_TEMPLATE_CATEGORY" val="custo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76"/>
  <p:tag name="KSO_WM_TEMPLATE_CATEGORY" val="custo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6"/>
  <p:tag name="KSO_WM_TEMPLATE_CATEGORY" val="custo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90226b101a898b2dfeabc583a3bda2eea581636c"/>
  <p:tag name="KSO_WM_NEWLAYOUT_ID" val="8116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76"/>
  <p:tag name="KSO_WM_TEMPLATE_CATEGORY" val="custo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9639d77711be9457fccb0df496d002a3a17edc"/>
  <p:tag name="KSO_WM_NEWLAYOUT_ID" val="slide_45d6c00485303ce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3dc1b0a1892f19aaab29448623ffc36a017717"/>
  <p:tag name="KSO_WM_NEWLAYOUT_ID" val="slide_c0721c1dc199471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976f2daf2af7f0307f0687e5e8494de58fd0868"/>
  <p:tag name="KSO_WM_NEWLAYOUT_ID" val="slide_ba60fb0293b23fd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5_2"/>
  <p:tag name="KSO_WM_UNIT_TYPE" val="l_h_i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6_2"/>
  <p:tag name="KSO_WM_UNIT_TYPE" val="l_h_i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76"/>
  <p:tag name="KSO_WM_TEMPLATE_CATEGORY" val="custom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76"/>
  <p:tag name="KSO_WM_TEMPLATE_CATEGORY" val="custom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76"/>
  <p:tag name="KSO_WM_TEMPLATE_CATEGORY" val="custom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76"/>
  <p:tag name="KSO_WM_TEMPLATE_CATEGORY" val="custom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76"/>
  <p:tag name="KSO_WM_TEMPLATE_CATEGORY" val="custom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d8c131c8f6d174b21bc69783be7fa8f9455241d0"/>
  <p:tag name="KSO_WM_NEWLAYOUT_ID" val="8104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76"/>
  <p:tag name="KSO_WM_TEMPLATE_CATEGORY" val="custom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76"/>
  <p:tag name="KSO_WM_TEMPLATE_CATEGORY" val="custom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a45e19e9b5eb86cd2b84839a2fa4e21f6a16bd"/>
  <p:tag name="KSO_WM_NEWLAYOUT_ID" val="slide_c2bbdeee6f9d877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UNIT_INDEX" val="1_1_1"/>
  <p:tag name="KSO_WM_UNIT_TYPE" val="l_h_i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UNIT_INDEX" val="1_2_1"/>
  <p:tag name="KSO_WM_UNIT_TYPE" val="l_h_i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UNIT_INDEX" val="1_3_1"/>
  <p:tag name="KSO_WM_UNIT_TYPE" val="l_h_i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76"/>
  <p:tag name="KSO_WM_TEMPLATE_CATEGORY" val="custom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76"/>
  <p:tag name="KSO_WM_TEMPLATE_CATEGORY" val="custom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76"/>
  <p:tag name="KSO_WM_TEMPLATE_CATEGORY" val="custom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76"/>
  <p:tag name="KSO_WM_TEMPLATE_CATEGORY" val="custom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76"/>
  <p:tag name="KSO_WM_TEMPLATE_CATEGORY" val="custom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968ecdb37a67f60ec78dde8657ca31580b437e43"/>
  <p:tag name="KSO_WM_NEWLAYOUT_ID" val="8110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76"/>
  <p:tag name="KSO_WM_TEMPLATE_CATEGORY" val="custom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76"/>
  <p:tag name="KSO_WM_TEMPLATE_CATEGORY" val="custom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2473"/>
  <p:tag name="KSO_WM_TEMPLATE_SLIDE_ID" val="slide_0acbfdbc3c6b2616"/>
  <p:tag name="CP_OUTLINE_TITLE" val="核心技术：GAN与扩散模型对比"/>
  <p:tag name="CP_OUTLINE_TYPE" val="pt_text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生成式AI入门与实践培训" id="{91E867B7-91B3-5F4E-96A7-F6A56FDF6593}" vid="{E621E9B7-7B2D-F84A-B985-41F12F2BCE78}"/>
    </a:ext>
  </a:extLst>
</a:theme>
</file>

<file path=ppt/theme/theme2.xml><?xml version="1.0" encoding="utf-8"?>
<a:theme xmlns:a="http://schemas.openxmlformats.org/drawingml/2006/main" name="简约风浅色背景职场办公">
  <a:themeElements>
    <a:clrScheme name="简约风浅色背景">
      <a:dk1>
        <a:srgbClr val="000000"/>
      </a:dk1>
      <a:lt1>
        <a:srgbClr val="FFFFFF"/>
      </a:lt1>
      <a:dk2>
        <a:srgbClr val="001548"/>
      </a:dk2>
      <a:lt2>
        <a:srgbClr val="E5ECFF"/>
      </a:lt2>
      <a:accent1>
        <a:srgbClr val="376FFF"/>
      </a:accent1>
      <a:accent2>
        <a:srgbClr val="37AAFF"/>
      </a:accent2>
      <a:accent3>
        <a:srgbClr val="00CAEE"/>
      </a:accent3>
      <a:accent4>
        <a:srgbClr val="00C8B3"/>
      </a:accent4>
      <a:accent5>
        <a:srgbClr val="00DC87"/>
      </a:accent5>
      <a:accent6>
        <a:srgbClr val="00D213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生成式AI入门与实践培训" id="{91E867B7-91B3-5F4E-96A7-F6A56FDF6593}" vid="{634D4A72-DB2A-AF4F-84D0-3CC84EDDFA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</Template>
  <TotalTime>55</TotalTime>
  <Words>130</Words>
  <Application>Microsoft Macintosh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系统字体常规体</vt:lpstr>
      <vt:lpstr>PingFang SC</vt:lpstr>
      <vt:lpstr>Arial</vt:lpstr>
      <vt:lpstr>Office 主题</vt:lpstr>
      <vt:lpstr>简约风浅色背景职场办公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l</dc:creator>
  <cp:lastModifiedBy>lucas l</cp:lastModifiedBy>
  <cp:revision>11</cp:revision>
  <dcterms:created xsi:type="dcterms:W3CDTF">2025-09-02T06:40:35Z</dcterms:created>
  <dcterms:modified xsi:type="dcterms:W3CDTF">2025-09-22T08:34:35Z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2052-12.9.0.21991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v1.0_ai_69796632473</vt:lpwstr>
  </property>
</Properties>
</file>